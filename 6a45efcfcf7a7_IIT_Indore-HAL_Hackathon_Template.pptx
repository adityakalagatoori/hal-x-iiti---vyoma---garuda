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SemiBold" panose="020F0502020204030204" pitchFamily="2" charset="0"/>
      <p:regular r:id="rId16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2675" y="3201441"/>
            <a:ext cx="7486650" cy="161716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35392" y="1277391"/>
            <a:ext cx="972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AEROTHON 2026 - HAL x IITI</a:t>
            </a: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19350" y="2115591"/>
            <a:ext cx="73533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2924175" y="3611016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Team Name: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[Enter Team Name]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924175" y="4071937"/>
            <a:ext cx="63436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Participants: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[Member 1, Member 2, Member 3, Member 4]</a:t>
            </a:r>
            <a:endParaRPr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4944825"/>
            <a:ext cx="1639300" cy="17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51687" y="5107975"/>
            <a:ext cx="3925114" cy="161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UNDERSTANDING &amp; MOTIVATION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/>
          </a:p>
        </p:txBody>
      </p:sp>
      <p:pic>
        <p:nvPicPr>
          <p:cNvPr id="109" name="Google Shape;10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LITERATURE REVIEW / EXISTING APPROACHES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</a:t>
            </a:r>
            <a:endParaRPr/>
          </a:p>
        </p:txBody>
      </p:sp>
      <p:pic>
        <p:nvPicPr>
          <p:cNvPr id="126" name="Google Shape;126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3FCAE9A5-D5BC-FD02-1037-7A44538C6E12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5" name="Google Shape;99;p14" descr="image.png">
            <a:extLst>
              <a:ext uri="{FF2B5EF4-FFF2-40B4-BE49-F238E27FC236}">
                <a16:creationId xmlns:a16="http://schemas.microsoft.com/office/drawing/2014/main" id="{58BC1821-35FE-521F-2DA3-5C7D193515E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02;p14">
            <a:extLst>
              <a:ext uri="{FF2B5EF4-FFF2-40B4-BE49-F238E27FC236}">
                <a16:creationId xmlns:a16="http://schemas.microsoft.com/office/drawing/2014/main" id="{B2D1AB45-3A64-10F8-1DA7-8B3CA9B163FB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PROPOSED METHODOLOGY &amp; TECHNICAL APPROACH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5791200" y="6248400"/>
            <a:ext cx="609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097467AD-63AF-0FA4-4A22-3827DCA0CE2F}"/>
              </a:ext>
            </a:extLst>
          </p:cNvPr>
          <p:cNvSpPr txBox="1"/>
          <p:nvPr/>
        </p:nvSpPr>
        <p:spPr>
          <a:xfrm>
            <a:off x="1102442" y="2337005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5802B9E2-5E32-1BB9-8825-B6165E198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02442" y="2356055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43F6D951-73EB-8D05-A5E5-6A005C60B5A9}"/>
              </a:ext>
            </a:extLst>
          </p:cNvPr>
          <p:cNvSpPr txBox="1"/>
          <p:nvPr/>
        </p:nvSpPr>
        <p:spPr>
          <a:xfrm>
            <a:off x="1207217" y="2691335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PREPROCESSING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800725" y="6248400"/>
            <a:ext cx="590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</a:t>
            </a:r>
            <a:endParaRPr/>
          </a:p>
        </p:txBody>
      </p:sp>
      <p:pic>
        <p:nvPicPr>
          <p:cNvPr id="162" name="Google Shape;16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B74A93-26E3-F1F7-7D30-FE25F9EE847C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5033D09-E504-38CB-B770-2303E9818D9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B49456A6-D140-09CA-B389-C3B4A5D8C898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28850"/>
            <a:ext cx="8572500" cy="299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952500" y="571500"/>
            <a:ext cx="1100137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MODEL ARCHITECTURE / IMPLEMENTATION PLAN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62000" y="571500"/>
            <a:ext cx="57150" cy="990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</a:t>
            </a:r>
            <a:endParaRPr/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E201B0AE-D27A-963C-D6AE-71E26950C59A}"/>
              </a:ext>
            </a:extLst>
          </p:cNvPr>
          <p:cNvSpPr txBox="1"/>
          <p:nvPr/>
        </p:nvSpPr>
        <p:spPr>
          <a:xfrm>
            <a:off x="1033616" y="2400747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1C84B963-8A88-75E4-BAF8-56C15D1587D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616" y="2419797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7D2B192-726F-6C32-D8C2-70B19266B5D7}"/>
              </a:ext>
            </a:extLst>
          </p:cNvPr>
          <p:cNvSpPr txBox="1"/>
          <p:nvPr/>
        </p:nvSpPr>
        <p:spPr>
          <a:xfrm>
            <a:off x="1138391" y="2755077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3356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EXPECTED OUTCOMES &amp; EVALUATION METRICS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endParaRPr/>
          </a:p>
        </p:txBody>
      </p:sp>
      <p:pic>
        <p:nvPicPr>
          <p:cNvPr id="200" name="Google Shape;2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D55C873A-1F96-7998-277C-D88752CA52F2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F36492B2-8253-E8AD-6570-9E45F0A5BE3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976FA8F7-DA2F-C0B8-E997-7A4E23985341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481857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TEAM COMPOSITION &amp; CONTRIBUTIONS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5795962" y="6248400"/>
            <a:ext cx="60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Page </a:t>
            </a:r>
            <a:r>
              <a:rPr lang="en-US" sz="12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</a:t>
            </a:r>
            <a:endParaRPr/>
          </a:p>
        </p:txBody>
      </p:sp>
      <p:pic>
        <p:nvPicPr>
          <p:cNvPr id="217" name="Google Shape;2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4ABD59A2-A2B7-A670-E612-92F1A64A16FD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4949AB72-4B17-95A0-E642-A53FBBC348A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217B6AF4-75B8-512B-D4DC-E243562B9A32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33550"/>
            <a:ext cx="8572500" cy="211618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952500" y="571500"/>
            <a:ext cx="110013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APPENDIX &amp; REFERENCES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762000" y="571500"/>
            <a:ext cx="57150" cy="495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9750" y="5875049"/>
            <a:ext cx="782750" cy="85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13509" y="5875050"/>
            <a:ext cx="2063291" cy="85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8;p14">
            <a:extLst>
              <a:ext uri="{FF2B5EF4-FFF2-40B4-BE49-F238E27FC236}">
                <a16:creationId xmlns:a16="http://schemas.microsoft.com/office/drawing/2014/main" id="{8F9C2EDD-3F08-E8ED-48BD-532960DFEF16}"/>
              </a:ext>
            </a:extLst>
          </p:cNvPr>
          <p:cNvSpPr txBox="1"/>
          <p:nvPr/>
        </p:nvSpPr>
        <p:spPr>
          <a:xfrm>
            <a:off x="1181100" y="1924050"/>
            <a:ext cx="77724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369A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SUBTOPIC NAME</a:t>
            </a:r>
            <a:endParaRPr dirty="0"/>
          </a:p>
        </p:txBody>
      </p:sp>
      <p:pic>
        <p:nvPicPr>
          <p:cNvPr id="3" name="Google Shape;99;p14" descr="image.png">
            <a:extLst>
              <a:ext uri="{FF2B5EF4-FFF2-40B4-BE49-F238E27FC236}">
                <a16:creationId xmlns:a16="http://schemas.microsoft.com/office/drawing/2014/main" id="{BA05A501-DA90-0C56-DCE3-E3FDDFA7FA45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81100" y="1943100"/>
            <a:ext cx="1428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DDB0C920-EBA3-583B-82B7-8F2D40D4930F}"/>
              </a:ext>
            </a:extLst>
          </p:cNvPr>
          <p:cNvSpPr txBox="1"/>
          <p:nvPr/>
        </p:nvSpPr>
        <p:spPr>
          <a:xfrm>
            <a:off x="1285875" y="2278380"/>
            <a:ext cx="430868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>
                <a:solidFill>
                  <a:srgbClr val="475569"/>
                </a:solidFill>
                <a:latin typeface="Open Sans"/>
                <a:ea typeface="Open Sans"/>
                <a:cs typeface="Open Sans"/>
                <a:sym typeface="Open Sans"/>
              </a:rPr>
              <a:t>• Put your content here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Microsoft Office PowerPoint</Application>
  <PresentationFormat>Widescreen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Montserrat SemiBold</vt:lpstr>
      <vt:lpstr>Open Sans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Saket Jaiswal</cp:lastModifiedBy>
  <cp:revision>1</cp:revision>
  <dcterms:modified xsi:type="dcterms:W3CDTF">2026-07-02T04:45:28Z</dcterms:modified>
</cp:coreProperties>
</file>